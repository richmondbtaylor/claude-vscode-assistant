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2872" y="-1371600"/>
            <a:ext cx="4572000" cy="4572000"/>
          </a:xfrm>
          <a:prstGeom prst="ellipse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WEBINAR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AFBFA"/>
                </a:solidFill>
                <a:latin typeface="Poppins"/>
              </a:rPr>
              <a:t>The Universal Interface
for Artificial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2DE"/>
                </a:solidFill>
                <a:latin typeface="Open Sans"/>
              </a:rPr>
              <a:t>Let's translate your ideas and unleash the true power of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B848"/>
                </a:solidFill>
                <a:latin typeface="Poppins"/>
              </a:rPr>
              <a:t>promptAnything.io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919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2DE"/>
                </a:solidFill>
                <a:latin typeface="Montserrat"/>
              </a:rPr>
              <a:t>The Universal Interface for AI  |  Five Steps. Any Idea. Any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AFBFA"/>
                </a:solidFill>
                <a:latin typeface="Poppins"/>
              </a:rPr>
              <a:t>95% of AI users are only scratching the surface. The bottleneck isn't the technology. It's 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051560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B848"/>
                </a:solidFill>
                <a:latin typeface="Montserrat"/>
              </a:rPr>
              <a:t>12x LOSS FACTOR.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691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Poor prompts create a 12x loss in initial iteration time. promptAnything.io closes that gap in one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3474720" cy="34747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3474720" cy="381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5252"/>
                </a:solidFill>
                <a:latin typeface="Montserrat"/>
              </a:rPr>
              <a:t>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2871216"/>
            <a:ext cx="6350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788920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95% of AI users only scratching the surface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209544"/>
            <a:ext cx="6350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12724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12x loss factor from poor prompt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547872"/>
            <a:ext cx="6350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465576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$270K+ prompt engineers — or you guess 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240280"/>
            <a:ext cx="3474720" cy="34747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240280"/>
            <a:ext cx="34747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404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THE 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8" y="287121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2788920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5-step guided prompt builder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320954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312724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Platform asks the questions you don't know to 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3128" y="354787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3465576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AI-agnostic — works with any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2240280"/>
            <a:ext cx="3474720" cy="34747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2240280"/>
            <a:ext cx="347472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404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8" y="2871216"/>
            <a:ext cx="63500" cy="635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2788920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Deploy-ready prompt, one 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0728" y="3209544"/>
            <a:ext cx="63500" cy="635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3127248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Works in n8n, Make, Claude, and more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0728" y="3547872"/>
            <a:ext cx="63500" cy="635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465576"/>
            <a:ext cx="3044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No iterations. No guesswork.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605771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AI's biggest bottleneck
isn't the technology. It's 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0545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585654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95% of AI users only scratching the 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4378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61488"/>
            <a:ext cx="585654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Poor prompts create a 12x loss in iteration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8211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099816"/>
            <a:ext cx="585654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Static prompts incur a 156% opportunity cost vs. optimized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20440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438144"/>
            <a:ext cx="585654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Prompt engineers earn $270K+ — most can't afford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605771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It's not the AI's fault. It's our inability to communicate with it. The gap between your idea and a working AI product is filled with guesswork — and that gap has a real cost.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9277" y="960120"/>
            <a:ext cx="4393874" cy="1005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09277" y="960120"/>
            <a:ext cx="38100" cy="100584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2157" y="100584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5252"/>
                </a:solidFill>
                <a:latin typeface="Poppins"/>
              </a:rPr>
              <a:t>12x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0837" y="1069848"/>
            <a:ext cx="320515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loss factor
in iteration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09277" y="2103120"/>
            <a:ext cx="4393874" cy="1005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09277" y="2103120"/>
            <a:ext cx="38100" cy="100584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2157" y="21488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05252"/>
                </a:solidFill>
                <a:latin typeface="Poppins"/>
              </a:rPr>
              <a:t>156%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157" y="2212848"/>
            <a:ext cx="29308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opportunity cost
from static prompts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09277" y="3246120"/>
            <a:ext cx="4393874" cy="1005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09277" y="3246120"/>
            <a:ext cx="38100" cy="100584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2157" y="329184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B848"/>
                </a:solidFill>
                <a:latin typeface="Poppins"/>
              </a:rPr>
              <a:t>$270K+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8037" y="3355848"/>
            <a:ext cx="27479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avg. prompt engineer
salary — if you can hire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9277" y="4389120"/>
            <a:ext cx="4393874" cy="1005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9277" y="4389120"/>
            <a:ext cx="38100" cy="100584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2157" y="443484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94C9"/>
                </a:solidFill>
                <a:latin typeface="Poppins"/>
              </a:rPr>
              <a:t>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2277" y="4498848"/>
            <a:ext cx="31137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of AI users are scratching
the surface of what's possible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62502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BFA"/>
                </a:solidFill>
                <a:latin typeface="Poppins"/>
              </a:rPr>
              <a:t>The AI conversation partner
that understands your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8833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06040"/>
            <a:ext cx="5423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AI-agnostic — works with GPT-4, Claude, Gemini, and any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2666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944368"/>
            <a:ext cx="5423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Translates natural language goals into precision-engineered prompts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6499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282696"/>
            <a:ext cx="5423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Not a template. An intelligent, guided conversation that builds your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562502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We are not another prompt-fixing tool. We are the bridge over the gap between your idea and the AI's perfect execution — your personal AI strategist.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6583" y="960120"/>
            <a:ext cx="4826568" cy="1600200"/>
          </a:xfrm>
          <a:prstGeom prst="rect">
            <a:avLst/>
          </a:prstGeom>
          <a:solidFill>
            <a:srgbClr val="28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6583" y="960120"/>
            <a:ext cx="38100" cy="16002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9463" y="1097280"/>
            <a:ext cx="4552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5252"/>
                </a:solidFill>
                <a:latin typeface="Montserrat"/>
              </a:rPr>
              <a:t>WITHOUT PROMPTANYTHING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9463" y="1417320"/>
            <a:ext cx="4552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Blank page. 12x iteration loss. Paying $270K+ for a prompt engineer or giving up entirely. 95% never unlock the model's real potential.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6583" y="2788920"/>
            <a:ext cx="4826568" cy="1600200"/>
          </a:xfrm>
          <a:prstGeom prst="rect">
            <a:avLst/>
          </a:prstGeom>
          <a:solidFill>
            <a:srgbClr val="141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6583" y="2788920"/>
            <a:ext cx="38100" cy="16002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9463" y="2926080"/>
            <a:ext cx="4552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WITH PROMPTANYTHING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9463" y="3246120"/>
            <a:ext cx="4552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5 guided steps. One session. A structured, deploy-ready prompt — AI-agnostic, portable, and built around your specific goal.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PROMPTANYTHING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Five steps. Every idea. Every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51560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2103120" cy="4434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21031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B848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FBFA"/>
                </a:solidFill>
                <a:latin typeface="Montserrat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-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Start with a simple idea — one sentence is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388620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1783080"/>
            <a:ext cx="2103120" cy="4434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3512" y="1783080"/>
            <a:ext cx="21031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B848"/>
                </a:solidFill>
                <a:latin typeface="Poppi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FBFA"/>
                </a:solidFill>
                <a:latin typeface="Montserrat"/>
              </a:rPr>
              <a:t>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063240"/>
            <a:ext cx="-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Choose agent workflow or Claude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388620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1224" y="1783080"/>
            <a:ext cx="2103120" cy="4434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21224" y="1783080"/>
            <a:ext cx="21031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B848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FBFA"/>
                </a:solidFill>
                <a:latin typeface="Montserrat"/>
              </a:rPr>
              <a:t>REFINE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3063240"/>
            <a:ext cx="-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Platform asks and answers the right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88620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88936" y="1783080"/>
            <a:ext cx="2103120" cy="4434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88936" y="1783080"/>
            <a:ext cx="21031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B848"/>
                </a:solidFill>
                <a:latin typeface="Poppi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FBFA"/>
                </a:solidFill>
                <a:latin typeface="Montserrat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6" y="3063240"/>
            <a:ext cx="-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One click builds the full structured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388620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6648" y="1783080"/>
            <a:ext cx="2103120" cy="44348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6648" y="1783080"/>
            <a:ext cx="210312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9528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894C9"/>
                </a:solidFill>
                <a:latin typeface="Poppin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FBFA"/>
                </a:solidFill>
                <a:latin typeface="Montserrat"/>
              </a:rPr>
              <a:t>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063240"/>
            <a:ext cx="-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Paste into any tool. Fully portable output.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STEP 01 OF 05  · 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4086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You already have everything
step one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One sentence minimum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No technical framing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Any domain: business, content,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11880"/>
            <a:ext cx="5408676" cy="13716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611880"/>
            <a:ext cx="38100" cy="13716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49039"/>
            <a:ext cx="50886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E2DE"/>
                </a:solidFill>
                <a:latin typeface="Open Sans"/>
              </a:rPr>
              <a:t>"I want an AI that screens my inbound leads before I get on a call with them."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17720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That's all step one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0236" y="868680"/>
            <a:ext cx="5042916" cy="5532120"/>
          </a:xfrm>
          <a:prstGeom prst="rect">
            <a:avLst/>
          </a:prstGeom>
          <a:solidFill>
            <a:srgbClr val="1E2333"/>
          </a:solidFill>
          <a:ln w="19050">
            <a:solidFill>
              <a:srgbClr val="E0B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0236" y="3268980"/>
            <a:ext cx="50429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B848"/>
                </a:solidFill>
                <a:latin typeface="Montserrat"/>
              </a:rPr>
              <a:t>[ Screenshot: Idea input screen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STEP 02 OF 05  · 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4086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Two paths. One decision.
No wrong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Agent workflow: multi-step, tool-connected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Claude skill: single-purpose, conversation-embedded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The choice shapes the entire prompt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4086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Most people never think about this distinction before writing. That single decision changes everything about the prompt that gets built.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63440"/>
            <a:ext cx="2542077" cy="12801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38100" cy="128016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231347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AGENT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23134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2DE"/>
                </a:solidFill>
                <a:latin typeface="Open Sans"/>
              </a:rPr>
              <a:t>n8n · Make · Zapier
Best for: multi-step automation, tool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2469" y="4663440"/>
            <a:ext cx="2542077" cy="12801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2469" y="4663440"/>
            <a:ext cx="38100" cy="128016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5349" y="4800600"/>
            <a:ext cx="231347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CLAUDE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49" y="5074920"/>
            <a:ext cx="23134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2DE"/>
                </a:solidFill>
                <a:latin typeface="Open Sans"/>
              </a:rPr>
              <a:t>Repeatable · Single-purpose
Best for: consistent reusable behavior in Claude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0236" y="868680"/>
            <a:ext cx="5042916" cy="5532120"/>
          </a:xfrm>
          <a:prstGeom prst="rect">
            <a:avLst/>
          </a:prstGeom>
          <a:solidFill>
            <a:srgbClr val="1E2333"/>
          </a:solidFill>
          <a:ln w="19050">
            <a:solidFill>
              <a:srgbClr val="E0B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0236" y="3268980"/>
            <a:ext cx="50429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B848"/>
                </a:solidFill>
                <a:latin typeface="Montserrat"/>
              </a:rPr>
              <a:t>[ Screenshot: Path selection screen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STEP 03 OF 05  ·  REFINE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4086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The platform asks what you
forgot to think about.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Relevant questions auto-generated to your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Fills in context, constraints, and logic gaps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No prompt engineering knowledge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4086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It doesn't just ask — it answers alongside you. Compressed into a guided conversation anyone can complete.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34840"/>
            <a:ext cx="5408676" cy="347472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434840"/>
            <a:ext cx="38100" cy="347472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98848"/>
            <a:ext cx="51343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Who is the audience for this output?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92040"/>
            <a:ext cx="5408676" cy="347472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892040"/>
            <a:ext cx="38100" cy="347472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51343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What format should the AI use?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49240"/>
            <a:ext cx="5408676" cy="347472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349240"/>
            <a:ext cx="38100" cy="347472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13248"/>
            <a:ext cx="51343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What should it never do?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806440"/>
            <a:ext cx="5408676" cy="347472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806440"/>
            <a:ext cx="38100" cy="347472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70448"/>
            <a:ext cx="51343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What's the success condition?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0236" y="868680"/>
            <a:ext cx="5042916" cy="5532120"/>
          </a:xfrm>
          <a:prstGeom prst="rect">
            <a:avLst/>
          </a:prstGeom>
          <a:solidFill>
            <a:srgbClr val="1E2333"/>
          </a:solidFill>
          <a:ln w="19050">
            <a:solidFill>
              <a:srgbClr val="E0B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0236" y="3268980"/>
            <a:ext cx="50429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B848"/>
                </a:solidFill>
                <a:latin typeface="Montserrat"/>
              </a:rPr>
              <a:t>[ Screenshot: Refine Q&amp;A interface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STEP 04 OF 05  ·  GENERATE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4086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One click builds the
full structured 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Complete prompt generated from your refined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Structured format — not freeform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Deploy-ready on output, no editing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4086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A framework with context blocks, instruction sets, constraints, and output format specs. Everything a prompt needs to work consistently.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17720"/>
            <a:ext cx="1828800" cy="50292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814"/>
                </a:solidFill>
                <a:latin typeface="Poppins"/>
              </a:rPr>
              <a:t>Generate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93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B848"/>
                </a:solidFill>
                <a:latin typeface="Poppins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532120"/>
            <a:ext cx="5408676" cy="9601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532120"/>
            <a:ext cx="38100" cy="96012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596128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2DE"/>
                </a:solidFill>
                <a:latin typeface="Open Sans"/>
              </a:rPr>
              <a:t>[CONTEXT]  You are a...
[INSTRUCTION]  When given...
[CONSTRAINTS]  Never...
[OUTPUT FORMAT]  Return as...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0236" y="868680"/>
            <a:ext cx="5042916" cy="5532120"/>
          </a:xfrm>
          <a:prstGeom prst="rect">
            <a:avLst/>
          </a:prstGeom>
          <a:solidFill>
            <a:srgbClr val="1E2333"/>
          </a:solidFill>
          <a:ln w="19050">
            <a:solidFill>
              <a:srgbClr val="E0B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3268980"/>
            <a:ext cx="50429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B848"/>
                </a:solidFill>
                <a:latin typeface="Montserrat"/>
              </a:rPr>
              <a:t>[ Screenshot: Generated prompt output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STEP 05 OF 05  · 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4086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The prompt works in any
tool you already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Drop into n8n, Make, Zapier, or any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Use in Claude skills, web apps, custom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2075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One prompt. Total portability.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4086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You're not locked into our platform. You're building assets you own. Every new platform becomes another deployment target.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553712"/>
            <a:ext cx="1729740" cy="475488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553712"/>
            <a:ext cx="1729740" cy="254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663440"/>
            <a:ext cx="1565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n8n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5268" y="4553712"/>
            <a:ext cx="1729740" cy="475488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5268" y="4553712"/>
            <a:ext cx="1729740" cy="254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4996" y="4663440"/>
            <a:ext cx="1565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Make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4736" y="4553712"/>
            <a:ext cx="1729740" cy="475488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4736" y="4553712"/>
            <a:ext cx="1729740" cy="254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4464" y="4663440"/>
            <a:ext cx="1565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Zapier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48072"/>
            <a:ext cx="1729740" cy="475488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148072"/>
            <a:ext cx="1729740" cy="254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257800"/>
            <a:ext cx="1565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94C9"/>
                </a:solidFill>
                <a:latin typeface="Montserrat"/>
              </a:rPr>
              <a:t>Claude Skills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5268" y="5148072"/>
            <a:ext cx="1729740" cy="475488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25268" y="5148072"/>
            <a:ext cx="1729740" cy="254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4996" y="5257800"/>
            <a:ext cx="1565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94C9"/>
                </a:solidFill>
                <a:latin typeface="Montserrat"/>
              </a:rPr>
              <a:t>ChatGPT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4736" y="5148072"/>
            <a:ext cx="1729740" cy="475488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4736" y="5148072"/>
            <a:ext cx="1729740" cy="254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4464" y="5257800"/>
            <a:ext cx="1565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94C9"/>
                </a:solidFill>
                <a:latin typeface="Montserrat"/>
              </a:rPr>
              <a:t>Custom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0236" y="868680"/>
            <a:ext cx="5042916" cy="5532120"/>
          </a:xfrm>
          <a:prstGeom prst="rect">
            <a:avLst/>
          </a:prstGeom>
          <a:solidFill>
            <a:srgbClr val="1E2333"/>
          </a:solidFill>
          <a:ln w="19050">
            <a:solidFill>
              <a:srgbClr val="E0B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268980"/>
            <a:ext cx="50429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B848"/>
                </a:solidFill>
                <a:latin typeface="Montserrat"/>
              </a:rPr>
              <a:t>[ Screenshot: Deploy — tool destinations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Built for builders who are not yet technical.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51560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3566160" cy="41605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356616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FOUNDERS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599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AI is on the roadmap. Building it keeps hitting a wall at the prompt layer. promptAnything.io removes that wall.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74519"/>
            <a:ext cx="3566160" cy="41605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74519"/>
            <a:ext cx="356616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14599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Five automation ideas, three months of Zapier experience. Knows the tools but not how to structure a prompt that controls the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874519"/>
            <a:ext cx="3566160" cy="416052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74519"/>
            <a:ext cx="356616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B848"/>
                </a:solidFill>
                <a:latin typeface="Montserrat"/>
              </a:rPr>
              <a:t>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14599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Delivering AI solutions to clients. Cannot spend eight hours per project on prompts through trial and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94954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Prompt engineering is the
new interface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748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Billions in AI spend failing at the prompt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748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Non-technical builders are the fastest-growing AI user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748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Platform-agnostic tools compound across every AI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94954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The model can do anything — the prompt is the constraint. Every new platform is a new deployment target. The market grows as AI grows.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1103" y="868680"/>
            <a:ext cx="4502048" cy="13716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1103" y="868680"/>
            <a:ext cx="38100" cy="13716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2271" y="1005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B848"/>
                </a:solidFill>
                <a:latin typeface="Poppins"/>
              </a:rPr>
              <a:t>$32T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8423" y="1033272"/>
            <a:ext cx="2947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GLOBAL AI MARKET BY 2034 (TAM)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8423" y="1344168"/>
            <a:ext cx="2947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2DE"/>
                </a:solidFill>
                <a:latin typeface="Open Sans"/>
              </a:rPr>
              <a:t>The entire ecosystem expands — every new platform is a new deployment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1103" y="2377440"/>
            <a:ext cx="4502048" cy="13716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1103" y="2377440"/>
            <a:ext cx="38100" cy="13716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2271" y="251460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B848"/>
                </a:solidFill>
                <a:latin typeface="Poppins"/>
              </a:rPr>
              <a:t>1B+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8423" y="2542032"/>
            <a:ext cx="2947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KNOWLEDGE WORKERS (SAM)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8423" y="2852928"/>
            <a:ext cx="2947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2DE"/>
                </a:solidFill>
                <a:latin typeface="Open Sans"/>
              </a:rPr>
              <a:t>Directly benefit from better AI communication tools — multi-hundred-billion annual market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1103" y="3886200"/>
            <a:ext cx="4502048" cy="13716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1103" y="3886200"/>
            <a:ext cx="38100" cy="13716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2271" y="402336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94C9"/>
                </a:solidFill>
                <a:latin typeface="Poppins"/>
              </a:rPr>
              <a:t>10M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8423" y="4050792"/>
            <a:ext cx="2947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INITIAL SOM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8423" y="4361688"/>
            <a:ext cx="2947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2DE"/>
                </a:solidFill>
                <a:latin typeface="Open Sans"/>
              </a:rPr>
              <a:t>Tech-forward professionals, marketers, developers, and creators actively adopting AI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94954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AFBFA"/>
                </a:solidFill>
                <a:latin typeface="Poppins"/>
              </a:rPr>
              <a:t>The market is seeking a universal
translator for AI. That is promptAnything.io.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748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Cambrian explosion of AI — $32T market by 2034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748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Hundreds of specialized models, zero universal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748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Choice overload is stalling enterprise AI adoption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1103" y="868680"/>
            <a:ext cx="4502048" cy="12344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01103" y="868680"/>
            <a:ext cx="38100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5695" y="100584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B848"/>
                </a:solidFill>
                <a:latin typeface="Poppi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1183" y="1097280"/>
            <a:ext cx="37248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Cambrian Explosion of AI. The market touches nearly every aspect of the global economy. The wave is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1103" y="2286000"/>
            <a:ext cx="4502048" cy="123444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1103" y="2286000"/>
            <a:ext cx="38100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5695" y="242316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B848"/>
                </a:solidFill>
                <a:latin typeface="Poppi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1183" y="2514600"/>
            <a:ext cx="37248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Fragmentation. Hundreds of specialized models emerging — nobody knows which to use or how to direct any of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1103" y="3703320"/>
            <a:ext cx="4502048" cy="123444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1103" y="3703320"/>
            <a:ext cx="38100" cy="123444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5695" y="384048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B848"/>
                </a:solidFill>
                <a:latin typeface="Poppi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1183" y="3931920"/>
            <a:ext cx="37248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B848"/>
                </a:solidFill>
                <a:latin typeface="Open Sans"/>
              </a:rPr>
              <a:t>No universal translator existed. Until promptAnything.io.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USE CASE · AGENT WORKFLOW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From idea to deployed lead qualifier in one session.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51560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3566160" cy="429768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56616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E2DE"/>
                </a:solidFill>
                <a:latin typeface="Open Sans"/>
              </a:rPr>
              <a:t>"Screen my inbound leads before I get on a call with them."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3128" y="1920240"/>
            <a:ext cx="3566160" cy="429768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8" y="1920240"/>
            <a:ext cx="356616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121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Deployed in n8n same day
Connected to intake form + CRM
Zero iterations after 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920240"/>
            <a:ext cx="3566160" cy="429768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920240"/>
            <a:ext cx="356616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121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TIME TO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25603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1" i="0">
                <a:solidFill>
                  <a:srgbClr val="E0B848"/>
                </a:solidFill>
                <a:latin typeface="Poppins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840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2DE"/>
                </a:solidFill>
                <a:latin typeface="Open Sans"/>
              </a:rPr>
              <a:t>min
idea to running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USE CASE · CLAUDE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A client-facing content skill built in one afternoon.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51560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3566160" cy="429768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56616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E2DE"/>
                </a:solidFill>
                <a:latin typeface="Open Sans"/>
              </a:rPr>
              <a:t>"Turn any meeting transcript into a follow-up email in my client's brand voice."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3128" y="1920240"/>
            <a:ext cx="3566160" cy="429768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8" y="1920240"/>
            <a:ext cx="356616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121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Loaded into Claude skill system
Consistent tone every invocation
Client-ready output, no editing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920240"/>
            <a:ext cx="3566160" cy="429768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920240"/>
            <a:ext cx="3566160" cy="38100"/>
          </a:xfrm>
          <a:prstGeom prst="rect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121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TIME TO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25603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1" i="0">
                <a:solidFill>
                  <a:srgbClr val="1894C9"/>
                </a:solidFill>
                <a:latin typeface="Poppins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840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2DE"/>
                </a:solidFill>
                <a:latin typeface="Open Sans"/>
              </a:rPr>
              <a:t>min
idea to repeatable 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6868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62502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BFA"/>
                </a:solidFill>
                <a:latin typeface="Poppins"/>
              </a:rPr>
              <a:t>You already have the idea.
You know where the gap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689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5423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The prompt is the only thing between you and shipping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22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52928"/>
            <a:ext cx="5423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You now have a five-step system to close that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91256"/>
            <a:ext cx="5423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One session. One prompt. Everything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6250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The one AI idea you've been sitting on — half-built in your head for weeks — is one session away from being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526280"/>
            <a:ext cx="5625023" cy="1691640"/>
          </a:xfrm>
          <a:prstGeom prst="rect">
            <a:avLst/>
          </a:prstGeom>
          <a:solidFill>
            <a:srgbClr val="121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526280"/>
            <a:ext cx="5625023" cy="254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8"/>
            <a:ext cx="53507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B848"/>
                </a:solidFill>
                <a:latin typeface="Montserrat"/>
              </a:rPr>
              <a:t>WHAT YOU WALK AWAY WITH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65776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983480"/>
            <a:ext cx="533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A structured, deploy-ready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04104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21808"/>
            <a:ext cx="533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Zero iterations required after generate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2432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660136"/>
            <a:ext cx="533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Works in any tool you already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080760"/>
            <a:ext cx="63500" cy="635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998464"/>
            <a:ext cx="533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2DE"/>
                </a:solidFill>
                <a:latin typeface="Open Sans"/>
              </a:rPr>
              <a:t>Repeatable — run again on any new idea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6583" y="1325880"/>
            <a:ext cx="4826568" cy="13716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6583" y="1325880"/>
            <a:ext cx="4826568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9463" y="1554480"/>
            <a:ext cx="4552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BFA"/>
                </a:solidFill>
                <a:latin typeface="Poppins"/>
              </a:rPr>
              <a:t>No account needed to start.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9463" y="1965960"/>
            <a:ext cx="4552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B848"/>
                </a:solidFill>
                <a:latin typeface="Montserrat"/>
              </a:rPr>
              <a:t>promptAnything.io → open → build</a:t>
            </a:r>
          </a:p>
        </p:txBody>
      </p:sp>
      <p:sp>
        <p:nvSpPr>
          <p:cNvPr id="28" name="Oval 27"/>
          <p:cNvSpPr/>
          <p:nvPr/>
        </p:nvSpPr>
        <p:spPr>
          <a:xfrm>
            <a:off x="6768023" y="3337560"/>
            <a:ext cx="329184" cy="329184"/>
          </a:xfrm>
          <a:prstGeom prst="ellipse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2031" y="337413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814"/>
                </a:solidFill>
                <a:latin typeface="Poppi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2303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0B848"/>
                </a:solidFill>
                <a:latin typeface="Montserrat"/>
              </a:rPr>
              <a:t>IDEA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9503" y="33924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7773863" y="3337560"/>
            <a:ext cx="329184" cy="329184"/>
          </a:xfrm>
          <a:prstGeom prst="ellipse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7871" y="337413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814"/>
                </a:solidFill>
                <a:latin typeface="Poppin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8143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0B848"/>
                </a:solidFill>
                <a:latin typeface="Montserrat"/>
              </a:rPr>
              <a:t>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5343" y="33924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8779703" y="3337560"/>
            <a:ext cx="329184" cy="329184"/>
          </a:xfrm>
          <a:prstGeom prst="ellipse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43711" y="337413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814"/>
                </a:solidFill>
                <a:latin typeface="Poppi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3983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0B848"/>
                </a:solidFill>
                <a:latin typeface="Montserrat"/>
              </a:rPr>
              <a:t>REFINE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1183" y="33924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40" name="Oval 39"/>
          <p:cNvSpPr/>
          <p:nvPr/>
        </p:nvSpPr>
        <p:spPr>
          <a:xfrm>
            <a:off x="9785543" y="3337560"/>
            <a:ext cx="329184" cy="329184"/>
          </a:xfrm>
          <a:prstGeom prst="ellipse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49551" y="337413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814"/>
                </a:solidFill>
                <a:latin typeface="Poppin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9823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0B848"/>
                </a:solidFill>
                <a:latin typeface="Montserrat"/>
              </a:rPr>
              <a:t>GENERATE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7023" y="33924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B848"/>
                </a:solidFill>
                <a:latin typeface="Poppins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10791383" y="3337560"/>
            <a:ext cx="329184" cy="329184"/>
          </a:xfrm>
          <a:prstGeom prst="ellipse">
            <a:avLst/>
          </a:prstGeom>
          <a:solidFill>
            <a:srgbClr val="189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55391" y="337413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814"/>
                </a:solidFill>
                <a:latin typeface="Poppin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5663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894C9"/>
                </a:solidFill>
                <a:latin typeface="Montserrat"/>
              </a:rPr>
              <a:t>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1828800"/>
            <a:ext cx="6400800" cy="6400800"/>
          </a:xfrm>
          <a:prstGeom prst="ellipse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894C9"/>
                </a:solidFill>
                <a:latin typeface="Montserrat"/>
              </a:rPr>
              <a:t>START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FBFA"/>
                </a:solidFill>
                <a:latin typeface="Poppins"/>
              </a:rPr>
              <a:t>Try the workflow on your idea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38444" y="2514600"/>
            <a:ext cx="502920" cy="381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743200"/>
            <a:ext cx="6309360" cy="219456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2743200"/>
            <a:ext cx="6309360" cy="25400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B848"/>
                </a:solidFill>
                <a:latin typeface="Montserrat"/>
              </a:rPr>
              <a:t>1. Go to promptAnything.io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918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Choose your path. Run the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393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B848"/>
                </a:solidFill>
                <a:latin typeface="Montserrat"/>
              </a:rPr>
              <a:t>2. Walk out with a deployment-ready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00507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2DE"/>
                </a:solidFill>
                <a:latin typeface="Open Sans"/>
              </a:rPr>
              <a:t>One session. No guesswork. No iterations.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120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B848"/>
                </a:solidFill>
                <a:latin typeface="Poppins"/>
              </a:rPr>
              <a:t>promptAnything.io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0B848"/>
                </a:solidFill>
                <a:latin typeface="Montserrat"/>
              </a:rPr>
              <a:t>IDEA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6217920"/>
            <a:ext cx="73152" cy="109728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6126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0B848"/>
                </a:solidFill>
                <a:latin typeface="Montserrat"/>
              </a:rPr>
              <a:t>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6217920"/>
            <a:ext cx="73152" cy="109728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6126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0B848"/>
                </a:solidFill>
                <a:latin typeface="Montserrat"/>
              </a:rPr>
              <a:t>REFINE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04304" y="6217920"/>
            <a:ext cx="73152" cy="109728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6126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0B848"/>
                </a:solidFill>
                <a:latin typeface="Montserrat"/>
              </a:rPr>
              <a:t>GENERATE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6217920"/>
            <a:ext cx="73152" cy="109728"/>
          </a:xfrm>
          <a:prstGeom prst="rect">
            <a:avLst/>
          </a:prstGeom>
          <a:solidFill>
            <a:srgbClr val="E0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6126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894C9"/>
                </a:solidFill>
                <a:latin typeface="Montserrat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6E2DE"/>
                </a:solidFill>
                <a:latin typeface="Montserrat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E6E2DE"/>
                </a:solidFill>
                <a:latin typeface="Montserrat"/>
              </a:rPr>
              <a:t>promptAnything.io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